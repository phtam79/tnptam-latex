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howGuides="1">
      <p:cViewPr varScale="1">
        <p:scale>
          <a:sx n="66" d="100"/>
          <a:sy n="66" d="100"/>
        </p:scale>
        <p:origin x="792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F2BCA-9AC8-8035-DF14-1568CCA7D1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76297C-5A3B-3B7A-3EB0-15F9742F61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292F7-C4D7-3DF8-1B7D-DB1CDCAAA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C8B3C-D7DE-4079-9C67-475EC81A00B4}" type="datetimeFigureOut">
              <a:rPr lang="en-US" smtClean="0"/>
              <a:t>06/12/2025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F9871-74CE-F346-5000-EA9042313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737DA-43E7-F8BD-3969-0AB8D560A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26CC2-A595-4FE9-99DA-0A48143AE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396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C38E7-7CC8-841B-4CEA-B2C14764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CE3AE-D8F3-9DBE-5189-DF169EF5E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39B66-103D-31E1-EBA2-F2939015F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C8B3C-D7DE-4079-9C67-475EC81A00B4}" type="datetimeFigureOut">
              <a:rPr lang="en-US" smtClean="0"/>
              <a:t>06/12/2025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B1C87-2E7A-BBDC-FC13-ED86568F1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5A292-7F2E-C25B-E1AD-8D88B79E9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26CC2-A595-4FE9-99DA-0A48143AE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200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6F42D-61BE-4774-DE32-0674732EB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1D873-E0EF-A6BB-F115-361D8E0C0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705216-6627-D459-6F5A-9BE85AE06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C8B3C-D7DE-4079-9C67-475EC81A00B4}" type="datetimeFigureOut">
              <a:rPr lang="en-US" smtClean="0"/>
              <a:t>06/12/2025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C6912-B2DC-A6B3-34A9-A674E5539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9C0C8-DF58-F54D-C0C1-FC80D9D37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26CC2-A595-4FE9-99DA-0A48143AE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31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C775C-8808-1D73-368C-C6B63A449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13FBD-5172-3073-C77F-F19BECD5C2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7A5A2-8A03-EF54-7052-130939A4B8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3C341-A036-6E7C-FB32-03D3E924D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C8B3C-D7DE-4079-9C67-475EC81A00B4}" type="datetimeFigureOut">
              <a:rPr lang="en-US" smtClean="0"/>
              <a:t>06/12/2025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33D1D9-7ED3-5C3A-EAAE-EA8AB58AC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574B8-53F6-6AB8-25E9-C8303C3A4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26CC2-A595-4FE9-99DA-0A48143AE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862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54083-9C31-4E1E-10ED-1A986DA6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E8855-B2A0-2776-0FD2-6C0020351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EDA8D-8415-81E4-A91C-DBD9B0488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62919A-EB00-AEFB-4881-C0C849E224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5973FD-D391-DDEB-291E-5FD97F65CE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D5D870-62DE-735F-E687-08E8B7E8B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C8B3C-D7DE-4079-9C67-475EC81A00B4}" type="datetimeFigureOut">
              <a:rPr lang="en-US" smtClean="0"/>
              <a:t>06/12/2025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F9D7AC-71B1-2657-059D-7417A2968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472BE2-FA7B-7666-A9C5-F0AFBBD6A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26CC2-A595-4FE9-99DA-0A48143AE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649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277D6-1E2C-987D-18FE-B6BCF1E3F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6C18B2-5CA0-DBF2-77C0-7516295A2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C8B3C-D7DE-4079-9C67-475EC81A00B4}" type="datetimeFigureOut">
              <a:rPr lang="en-US" smtClean="0"/>
              <a:t>06/12/2025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B6DAB5-04D1-C8F7-FB5B-A71A9E8E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39A2C6-54B9-A9F8-205F-49F5C8DEC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26CC2-A595-4FE9-99DA-0A48143AE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818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0D6B4A-292A-7B60-32D7-0AC74F70B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C8B3C-D7DE-4079-9C67-475EC81A00B4}" type="datetimeFigureOut">
              <a:rPr lang="en-US" smtClean="0"/>
              <a:t>06/12/2025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6EF91E-2CE6-7BB5-1266-2496B62D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07D67-3E0E-F391-D5CC-10FCE01A0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26CC2-A595-4FE9-99DA-0A48143AE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039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0B753-7697-51EB-338B-1B9A3F606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A1C39-F623-0E96-8A29-C36F9985A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BA6E1E-951B-813E-3DA9-98E57080E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C547B-57C5-6E59-2384-305F89CC7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C8B3C-D7DE-4079-9C67-475EC81A00B4}" type="datetimeFigureOut">
              <a:rPr lang="en-US" smtClean="0"/>
              <a:t>06/12/2025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67CBC5-C51D-72D6-EB37-78E77A98B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EB701-0F43-9BEA-C006-CD69AFCB8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26CC2-A595-4FE9-99DA-0A48143AE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424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0380C-E2FE-EA20-C099-B9E80A8EC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DC98F9-A345-A7BE-5BF2-21B555D398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93DF50-FCFC-F209-6C34-E2C207D36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3DE4F-B515-1CF9-A33F-1D613E38D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C8B3C-D7DE-4079-9C67-475EC81A00B4}" type="datetimeFigureOut">
              <a:rPr lang="en-US" smtClean="0"/>
              <a:t>06/12/2025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FD90FE-21B1-19A3-A7D6-7EF8A4C62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75D07-F78E-A6B4-CB18-E7E1DFA45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26CC2-A595-4FE9-99DA-0A48143AE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25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92DF6-C433-4796-A0F9-B63A4048E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09520A-2022-B3BD-36C1-F287895A3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8D9BA-EE23-6F9C-CFF0-8C46109D5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C8B3C-D7DE-4079-9C67-475EC81A00B4}" type="datetimeFigureOut">
              <a:rPr lang="en-US" smtClean="0"/>
              <a:t>06/12/2025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0BEA4-A244-5EF8-044C-3A66751E4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EE7B9-2967-6209-5245-C12FE2C9D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26CC2-A595-4FE9-99DA-0A48143AE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933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D6BD06-8D03-CAEF-9BDB-E084CDF151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5BE2B3-0025-5CD7-F4C6-977518903E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3C630-BEA7-B7CE-B070-BA3466811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C8B3C-D7DE-4079-9C67-475EC81A00B4}" type="datetimeFigureOut">
              <a:rPr lang="en-US" smtClean="0"/>
              <a:t>06/12/2025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E37FE-5F79-47D4-3F67-76B1CD9A8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BEE6D-9E94-75FC-1EA6-52A346A04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26CC2-A595-4FE9-99DA-0A48143AE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495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B01723-F55A-3C6C-CC95-B039297F4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1A7FF-6203-D3A8-CBA7-96D440056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35AC1-2C91-77D2-E977-B7542C6712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AC8B3C-D7DE-4079-9C67-475EC81A00B4}" type="datetimeFigureOut">
              <a:rPr lang="en-US" smtClean="0"/>
              <a:t>06/12/2025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D6372-0720-A877-568A-6EEA0570A1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192F6-CA78-BD6F-29D3-8650FED4B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A26CC2-A595-4FE9-99DA-0A48143AE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652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8728AA9-8B82-8B55-7168-4D00F9A7F7A0}"/>
              </a:ext>
            </a:extLst>
          </p:cNvPr>
          <p:cNvSpPr/>
          <p:nvPr/>
        </p:nvSpPr>
        <p:spPr>
          <a:xfrm>
            <a:off x="2489201" y="1866900"/>
            <a:ext cx="1816100" cy="2501900"/>
          </a:xfrm>
          <a:custGeom>
            <a:avLst/>
            <a:gdLst>
              <a:gd name="connsiteX0" fmla="*/ 0 w 2177143"/>
              <a:gd name="connsiteY0" fmla="*/ 0 h 2959100"/>
              <a:gd name="connsiteX1" fmla="*/ 97971 w 2177143"/>
              <a:gd name="connsiteY1" fmla="*/ 0 h 2959100"/>
              <a:gd name="connsiteX2" fmla="*/ 97971 w 2177143"/>
              <a:gd name="connsiteY2" fmla="*/ 2861129 h 2959100"/>
              <a:gd name="connsiteX3" fmla="*/ 2079172 w 2177143"/>
              <a:gd name="connsiteY3" fmla="*/ 2861129 h 2959100"/>
              <a:gd name="connsiteX4" fmla="*/ 2079172 w 2177143"/>
              <a:gd name="connsiteY4" fmla="*/ 0 h 2959100"/>
              <a:gd name="connsiteX5" fmla="*/ 2177143 w 2177143"/>
              <a:gd name="connsiteY5" fmla="*/ 0 h 2959100"/>
              <a:gd name="connsiteX6" fmla="*/ 2177143 w 2177143"/>
              <a:gd name="connsiteY6" fmla="*/ 2959100 h 2959100"/>
              <a:gd name="connsiteX7" fmla="*/ 0 w 2177143"/>
              <a:gd name="connsiteY7" fmla="*/ 2959100 h 295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77143" h="2959100">
                <a:moveTo>
                  <a:pt x="0" y="0"/>
                </a:moveTo>
                <a:lnTo>
                  <a:pt x="97971" y="0"/>
                </a:lnTo>
                <a:lnTo>
                  <a:pt x="97971" y="2861129"/>
                </a:lnTo>
                <a:lnTo>
                  <a:pt x="2079172" y="2861129"/>
                </a:lnTo>
                <a:lnTo>
                  <a:pt x="2079172" y="0"/>
                </a:lnTo>
                <a:lnTo>
                  <a:pt x="2177143" y="0"/>
                </a:lnTo>
                <a:lnTo>
                  <a:pt x="2177143" y="2959100"/>
                </a:lnTo>
                <a:lnTo>
                  <a:pt x="0" y="29591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4F659BC-FD53-43C0-2722-AC0BF021944B}"/>
              </a:ext>
            </a:extLst>
          </p:cNvPr>
          <p:cNvCxnSpPr/>
          <p:nvPr/>
        </p:nvCxnSpPr>
        <p:spPr>
          <a:xfrm>
            <a:off x="2586038" y="3216274"/>
            <a:ext cx="131445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CA4D0E1-2763-79D9-B3C5-40814AA384C6}"/>
              </a:ext>
            </a:extLst>
          </p:cNvPr>
          <p:cNvSpPr/>
          <p:nvPr/>
        </p:nvSpPr>
        <p:spPr>
          <a:xfrm>
            <a:off x="2586038" y="1943100"/>
            <a:ext cx="1617661" cy="1269999"/>
          </a:xfrm>
          <a:custGeom>
            <a:avLst/>
            <a:gdLst>
              <a:gd name="connsiteX0" fmla="*/ 0 w 1384300"/>
              <a:gd name="connsiteY0" fmla="*/ 0 h 1435094"/>
              <a:gd name="connsiteX1" fmla="*/ 1384300 w 1384300"/>
              <a:gd name="connsiteY1" fmla="*/ 0 h 1435094"/>
              <a:gd name="connsiteX2" fmla="*/ 1384300 w 1384300"/>
              <a:gd name="connsiteY2" fmla="*/ 540269 h 1435094"/>
              <a:gd name="connsiteX3" fmla="*/ 30092 w 1384300"/>
              <a:gd name="connsiteY3" fmla="*/ 1435094 h 1435094"/>
              <a:gd name="connsiteX4" fmla="*/ 0 w 1384300"/>
              <a:gd name="connsiteY4" fmla="*/ 1435094 h 1435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4300" h="1435094">
                <a:moveTo>
                  <a:pt x="0" y="0"/>
                </a:moveTo>
                <a:lnTo>
                  <a:pt x="1384300" y="0"/>
                </a:lnTo>
                <a:lnTo>
                  <a:pt x="1384300" y="540269"/>
                </a:lnTo>
                <a:lnTo>
                  <a:pt x="30092" y="1435094"/>
                </a:lnTo>
                <a:lnTo>
                  <a:pt x="0" y="1435094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8DA229D3-2D87-CA16-7F20-0C98A5FD1199}"/>
              </a:ext>
            </a:extLst>
          </p:cNvPr>
          <p:cNvSpPr/>
          <p:nvPr/>
        </p:nvSpPr>
        <p:spPr>
          <a:xfrm>
            <a:off x="2982913" y="2978149"/>
            <a:ext cx="260350" cy="469899"/>
          </a:xfrm>
          <a:prstGeom prst="arc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D1CA5A6-6887-6654-BDAB-00B4BE5044ED}"/>
              </a:ext>
            </a:extLst>
          </p:cNvPr>
          <p:cNvGrpSpPr/>
          <p:nvPr/>
        </p:nvGrpSpPr>
        <p:grpSpPr>
          <a:xfrm>
            <a:off x="7200901" y="1485900"/>
            <a:ext cx="1816100" cy="2501900"/>
            <a:chOff x="2641601" y="2019300"/>
            <a:chExt cx="1816100" cy="25019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B01E27A-6E08-2ADD-E6C3-396FD0722BBD}"/>
                </a:ext>
              </a:extLst>
            </p:cNvPr>
            <p:cNvSpPr/>
            <p:nvPr/>
          </p:nvSpPr>
          <p:spPr>
            <a:xfrm>
              <a:off x="2641601" y="2019300"/>
              <a:ext cx="1816100" cy="2501900"/>
            </a:xfrm>
            <a:custGeom>
              <a:avLst/>
              <a:gdLst>
                <a:gd name="connsiteX0" fmla="*/ 0 w 2177143"/>
                <a:gd name="connsiteY0" fmla="*/ 0 h 2959100"/>
                <a:gd name="connsiteX1" fmla="*/ 97971 w 2177143"/>
                <a:gd name="connsiteY1" fmla="*/ 0 h 2959100"/>
                <a:gd name="connsiteX2" fmla="*/ 97971 w 2177143"/>
                <a:gd name="connsiteY2" fmla="*/ 2861129 h 2959100"/>
                <a:gd name="connsiteX3" fmla="*/ 2079172 w 2177143"/>
                <a:gd name="connsiteY3" fmla="*/ 2861129 h 2959100"/>
                <a:gd name="connsiteX4" fmla="*/ 2079172 w 2177143"/>
                <a:gd name="connsiteY4" fmla="*/ 0 h 2959100"/>
                <a:gd name="connsiteX5" fmla="*/ 2177143 w 2177143"/>
                <a:gd name="connsiteY5" fmla="*/ 0 h 2959100"/>
                <a:gd name="connsiteX6" fmla="*/ 2177143 w 2177143"/>
                <a:gd name="connsiteY6" fmla="*/ 2959100 h 2959100"/>
                <a:gd name="connsiteX7" fmla="*/ 0 w 2177143"/>
                <a:gd name="connsiteY7" fmla="*/ 2959100 h 295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77143" h="2959100">
                  <a:moveTo>
                    <a:pt x="0" y="0"/>
                  </a:moveTo>
                  <a:lnTo>
                    <a:pt x="97971" y="0"/>
                  </a:lnTo>
                  <a:lnTo>
                    <a:pt x="97971" y="2861129"/>
                  </a:lnTo>
                  <a:lnTo>
                    <a:pt x="2079172" y="2861129"/>
                  </a:lnTo>
                  <a:lnTo>
                    <a:pt x="2079172" y="0"/>
                  </a:lnTo>
                  <a:lnTo>
                    <a:pt x="2177143" y="0"/>
                  </a:lnTo>
                  <a:lnTo>
                    <a:pt x="2177143" y="2959100"/>
                  </a:lnTo>
                  <a:lnTo>
                    <a:pt x="0" y="295910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40259AF-5DAC-850C-1E68-675BEA50AEE7}"/>
                </a:ext>
              </a:extLst>
            </p:cNvPr>
            <p:cNvCxnSpPr/>
            <p:nvPr/>
          </p:nvCxnSpPr>
          <p:spPr>
            <a:xfrm>
              <a:off x="2738438" y="3355974"/>
              <a:ext cx="131445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F3C244A-0640-8FBB-56F9-3818E35AC06D}"/>
                </a:ext>
              </a:extLst>
            </p:cNvPr>
            <p:cNvSpPr/>
            <p:nvPr/>
          </p:nvSpPr>
          <p:spPr>
            <a:xfrm>
              <a:off x="2738438" y="2190749"/>
              <a:ext cx="1617661" cy="1149350"/>
            </a:xfrm>
            <a:custGeom>
              <a:avLst/>
              <a:gdLst>
                <a:gd name="connsiteX0" fmla="*/ 0 w 1384300"/>
                <a:gd name="connsiteY0" fmla="*/ 0 h 1435094"/>
                <a:gd name="connsiteX1" fmla="*/ 1384300 w 1384300"/>
                <a:gd name="connsiteY1" fmla="*/ 0 h 1435094"/>
                <a:gd name="connsiteX2" fmla="*/ 1384300 w 1384300"/>
                <a:gd name="connsiteY2" fmla="*/ 540269 h 1435094"/>
                <a:gd name="connsiteX3" fmla="*/ 30092 w 1384300"/>
                <a:gd name="connsiteY3" fmla="*/ 1435094 h 1435094"/>
                <a:gd name="connsiteX4" fmla="*/ 0 w 1384300"/>
                <a:gd name="connsiteY4" fmla="*/ 1435094 h 1435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4300" h="1435094">
                  <a:moveTo>
                    <a:pt x="0" y="0"/>
                  </a:moveTo>
                  <a:lnTo>
                    <a:pt x="1384300" y="0"/>
                  </a:lnTo>
                  <a:lnTo>
                    <a:pt x="1384300" y="540269"/>
                  </a:lnTo>
                  <a:lnTo>
                    <a:pt x="30092" y="1435094"/>
                  </a:lnTo>
                  <a:lnTo>
                    <a:pt x="0" y="1435094"/>
                  </a:lnTo>
                  <a:close/>
                </a:path>
              </a:pathLst>
            </a:cu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8AF264EA-3D62-3955-359C-B5F8D03786A2}"/>
                </a:ext>
              </a:extLst>
            </p:cNvPr>
            <p:cNvSpPr/>
            <p:nvPr/>
          </p:nvSpPr>
          <p:spPr>
            <a:xfrm>
              <a:off x="3135313" y="3130549"/>
              <a:ext cx="260350" cy="469899"/>
            </a:xfrm>
            <a:prstGeom prst="arc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87706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E4CA59-78F7-D638-38FF-8CDB01535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087" y="1371600"/>
            <a:ext cx="2486025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46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33113B-6CC7-67A2-D671-438AD711F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768" y="1143453"/>
            <a:ext cx="2952750" cy="28003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7A1756-1E18-EF63-175E-6912530FB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571" y="952953"/>
            <a:ext cx="3171825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366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Phước Tâm</dc:creator>
  <cp:lastModifiedBy>Phước Tâm</cp:lastModifiedBy>
  <cp:revision>4</cp:revision>
  <dcterms:created xsi:type="dcterms:W3CDTF">2025-12-04T17:50:56Z</dcterms:created>
  <dcterms:modified xsi:type="dcterms:W3CDTF">2025-12-05T21:34:38Z</dcterms:modified>
</cp:coreProperties>
</file>